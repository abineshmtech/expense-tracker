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76" r:id="rId3"/>
    <p:sldId id="258" r:id="rId4"/>
    <p:sldId id="263" r:id="rId5"/>
    <p:sldId id="273" r:id="rId6"/>
    <p:sldId id="265" r:id="rId7"/>
    <p:sldId id="266" r:id="rId8"/>
    <p:sldId id="268" r:id="rId9"/>
    <p:sldId id="277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9B0CD8-416C-4C45-ADD2-E1B9F13E3216}">
          <p14:sldIdLst>
            <p14:sldId id="256"/>
            <p14:sldId id="276"/>
            <p14:sldId id="258"/>
            <p14:sldId id="263"/>
            <p14:sldId id="273"/>
            <p14:sldId id="265"/>
            <p14:sldId id="266"/>
            <p14:sldId id="268"/>
            <p14:sldId id="277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0"/>
  </p:normalViewPr>
  <p:slideViewPr>
    <p:cSldViewPr>
      <p:cViewPr>
        <p:scale>
          <a:sx n="75" d="100"/>
          <a:sy n="75" d="100"/>
        </p:scale>
        <p:origin x="1200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47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053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321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17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076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630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445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537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57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02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718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985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657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975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672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599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937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297402-7EA6-4965-98B1-0F101A403392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819D67-90A4-4775-9DEA-29CF33FD08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15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0484" y="1836964"/>
            <a:ext cx="5638800" cy="21336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Personal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Expense  Tracker  using  Python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304800" y="4035878"/>
            <a:ext cx="8305800" cy="23622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/>
              <a:t>                                                                        </a:t>
            </a:r>
            <a:r>
              <a:rPr lang="en-US" sz="2400" b="1" dirty="0" err="1" smtClean="0"/>
              <a:t>Abinesh</a:t>
            </a:r>
            <a:r>
              <a:rPr lang="en-US" sz="2400" b="1" dirty="0" smtClean="0"/>
              <a:t> .M</a:t>
            </a:r>
          </a:p>
          <a:p>
            <a:pPr algn="l"/>
            <a:r>
              <a:rPr lang="en-US" sz="2400" b="1" dirty="0"/>
              <a:t> </a:t>
            </a:r>
            <a:r>
              <a:rPr lang="en-US" sz="2400" b="1" dirty="0" smtClean="0"/>
              <a:t>                                             Python </a:t>
            </a:r>
            <a:r>
              <a:rPr lang="en-US" sz="2400" b="1" dirty="0" err="1" smtClean="0"/>
              <a:t>Fullstack</a:t>
            </a:r>
            <a:r>
              <a:rPr lang="en-US" sz="2400" b="1" dirty="0" smtClean="0"/>
              <a:t>  Development    </a:t>
            </a:r>
            <a:endParaRPr lang="en-US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280" y="-10886"/>
            <a:ext cx="3891208" cy="2914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split orient="vert"/>
      </p:transition>
    </mc:Choice>
    <mc:Fallback>
      <p:transition spd="slow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253906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develop a simple Python program that tracks daily income and expenses and displays balance reports for better money management.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project helps to record income and expenses using Python. It shows daily and monthly reports to manage money easily.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46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253906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project is a Python console application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helps users record income and expenses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also shows daily and monthly reports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goal is to help users manage money easily.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Tools &amp;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590800"/>
            <a:ext cx="6798736" cy="344499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Programming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Language, Editor : Python, Visual studio code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Used: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date time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(for date tracking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Concepts: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Variables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Loops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Lists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Dictionaries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Conditional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Statements (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if-else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Basic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Arithmetic Operations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85801"/>
            <a:ext cx="6798734" cy="1295399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939" y="1967345"/>
            <a:ext cx="6781800" cy="44196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1. User selects from a menu (Add Income, Add Expense, etc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.)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. Program stores data in a list of transactions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. Each transaction includes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(income/expense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Amount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Category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Date</a:t>
            </a:r>
          </a:p>
          <a:p>
            <a:pPr algn="just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User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 can  view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Total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balance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Daily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report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Monthly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1549397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2819399"/>
            <a:ext cx="5985935" cy="25908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Easy to use (menu-driven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Shows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daily and monthly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summaries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Tracks balance automatically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 financial awareness.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Save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 data permanently in a file or database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Add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graphs or charts to show spending visually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Create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login system for multiple users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Build a mobile or web version using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GUI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IN" dirty="0"/>
          </a:p>
        </p:txBody>
      </p:sp>
      <p:pic>
        <p:nvPicPr>
          <p:cNvPr id="34" name="Content Placeholder 3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599" y="2651125"/>
            <a:ext cx="6132739" cy="344487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🌟 Conclusion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This project makes money tracking simple and fun. It helps record income and expenses quickly using Python and shows clear reports for better savings.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71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2971800"/>
            <a:ext cx="8229600" cy="9906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909</TotalTime>
  <Words>280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Organic</vt:lpstr>
      <vt:lpstr>Personal  Expense  Tracker  using  Python</vt:lpstr>
      <vt:lpstr>OBJECTIVE</vt:lpstr>
      <vt:lpstr>INTRODUCTION</vt:lpstr>
      <vt:lpstr> Tools &amp; Concepts Used</vt:lpstr>
      <vt:lpstr>Working Process</vt:lpstr>
      <vt:lpstr>Features</vt:lpstr>
      <vt:lpstr> Future Improvements</vt:lpstr>
      <vt:lpstr>OUTPUT</vt:lpstr>
      <vt:lpstr>🌟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BANKING SERVER ON THREE TIER STORAGE A FOG COMPUTING MECHANISM</dc:title>
  <dc:creator>admin</dc:creator>
  <cp:lastModifiedBy>Abi</cp:lastModifiedBy>
  <cp:revision>17</cp:revision>
  <dcterms:created xsi:type="dcterms:W3CDTF">2025-03-31T11:49:50Z</dcterms:created>
  <dcterms:modified xsi:type="dcterms:W3CDTF">2025-11-09T13:25:00Z</dcterms:modified>
</cp:coreProperties>
</file>